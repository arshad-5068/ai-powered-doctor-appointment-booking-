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7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76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30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0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55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38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1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753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06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816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7065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09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2826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69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59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51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9B83C-0E6F-43DC-BFD4-BB388A753CB0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48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B4D52-8DEC-7623-C254-96E31FF35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3552"/>
            <a:ext cx="9144000" cy="186033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Doctor Appointment Booking &amp; Virtual Receptionist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74844-73D5-4454-744E-C4578FADD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2774731"/>
            <a:ext cx="8915399" cy="3649717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Arshad Abdulmajeed Perampalli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</a:t>
            </a:r>
            <a:r>
              <a:rPr lang="en-IN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(Artificial Intelligence &amp; Data Science)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 of Study: UG Final Year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College: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N.K Orchid College of Engineering &amp; Technology Solapur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ID: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perampalliarshad123@gmail.com 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No.: 8626080297</a:t>
            </a:r>
          </a:p>
        </p:txBody>
      </p:sp>
    </p:spTree>
    <p:extLst>
      <p:ext uri="{BB962C8B-B14F-4D97-AF65-F5344CB8AC3E}">
        <p14:creationId xmlns:p14="http://schemas.microsoft.com/office/powerpoint/2010/main" val="110510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2E76-06D8-47E9-EF7A-E1C6710F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Contents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DA72-7371-83BC-ADE2-F0DBBC3C7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Lean Canvas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IN" sz="2000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Concept Note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Introduction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</a:rPr>
              <a:t>Workflow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</a:rPr>
              <a:t>Result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6093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9BBC-A166-80FD-A27E-E279B6F7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00917"/>
            <a:ext cx="8911687" cy="128089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Lean Canvas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CF0479-2D73-3874-98AB-0417DB18A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97" y="1064173"/>
            <a:ext cx="9861331" cy="558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16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B992-9DEF-082B-2C61-242591F3D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306333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Concept Note</a:t>
            </a:r>
            <a:br>
              <a:rPr lang="en-IN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48A5D-848A-D56C-95D5-9A378031E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731" y="1024758"/>
            <a:ext cx="4579883" cy="5604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513909-A385-6CBA-4D0F-6D4C75428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627" y="1024758"/>
            <a:ext cx="4960738" cy="560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68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364D-C638-4EAE-3D66-E5293B43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Introduction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64041-03C4-D7C3-BD9C-E893B8CDD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993" y="2133600"/>
            <a:ext cx="9352619" cy="37776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systems today face significant challenges such as long patient queues, manual appointment booking, and staff shortages at reception desks.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issues lead to delays, inefficiencies, and poor patient experiences, especially in high-volume hospitals and rural areas.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AI-powered virtual receptionist streamlines this process by enabling fast, automated appointment booking through WhatsApp and kiosks, significantly improving operational efficiency and enhancing the overall patient experience.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445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B6CC9-C533-CAE4-EDAA-CB0D2895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Workflow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</a:rPr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7C1326-818D-0A02-85FC-D8CE474D5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027" y="1726324"/>
            <a:ext cx="8347841" cy="429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78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55D7-7B88-4468-C3BE-AA0E9277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Result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218112-ACD3-9DF8-1C0A-1A722F9BB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317" y="1363717"/>
            <a:ext cx="4808483" cy="5139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4D0D9E-77EA-0DBA-52CD-55829428A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834" y="1363717"/>
            <a:ext cx="3572343" cy="513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91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14C51-1ED3-CCA2-6DFB-0841107B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Result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F54E58-B67F-F565-AFCB-D7C1E045A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183" y="1999593"/>
            <a:ext cx="6209038" cy="445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80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3532-576E-8978-E59E-D53DBF3A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Conclusion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ACBF9-83BE-2FC9-2CCD-7413D404B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scalable and efficient solution to modern healthcare challenges by automating appointment booking through AI.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reducing waiting times, minimizing manual work, and improving patient experience, it has the potential to transform how hospitals manage patient intake and operations.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transforms healthcare by eliminating queues, automating bookings, and delivering faster, smarter patient experiences.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Link: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288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61EC-958C-C742-AF2D-B1F9F07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C29B10-FBD9-F9A2-734E-A83CFECAC5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00774" y="2133600"/>
            <a:ext cx="5692278" cy="37782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6388552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48</TotalTime>
  <Words>229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Bookman Old Style</vt:lpstr>
      <vt:lpstr>Century Gothic</vt:lpstr>
      <vt:lpstr>Times New Roman</vt:lpstr>
      <vt:lpstr>Wingdings</vt:lpstr>
      <vt:lpstr>Wingdings 3</vt:lpstr>
      <vt:lpstr>Wisp</vt:lpstr>
      <vt:lpstr>Project Title AI-Powered Doctor Appointment Booking &amp; Virtual Receptionist System</vt:lpstr>
      <vt:lpstr>Contents</vt:lpstr>
      <vt:lpstr>Lean Canvas </vt:lpstr>
      <vt:lpstr>Concept Note </vt:lpstr>
      <vt:lpstr>Introduction </vt:lpstr>
      <vt:lpstr>Workflow </vt:lpstr>
      <vt:lpstr>Result </vt:lpstr>
      <vt:lpstr>Result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Ubada Perampalli</dc:creator>
  <cp:lastModifiedBy>Ubada Perampalli</cp:lastModifiedBy>
  <cp:revision>3</cp:revision>
  <dcterms:created xsi:type="dcterms:W3CDTF">2026-04-13T17:36:14Z</dcterms:created>
  <dcterms:modified xsi:type="dcterms:W3CDTF">2026-04-13T18:24:36Z</dcterms:modified>
</cp:coreProperties>
</file>