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7" d="100"/>
          <a:sy n="97" d="100"/>
        </p:scale>
        <p:origin x="115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878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766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309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0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554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385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14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753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065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816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70654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094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2826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969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59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9B83C-0E6F-43DC-BFD4-BB388A753CB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514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9B83C-0E6F-43DC-BFD4-BB388A753CB0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5CE6D65-61D9-4219-9466-9ABDD6862F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48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B4D52-8DEC-7623-C254-96E31FF35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3552"/>
            <a:ext cx="9144000" cy="1860331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Doctor Appointment Booking &amp; Virtual Receptionist System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74844-73D5-4454-744E-C4578FADD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2774731"/>
            <a:ext cx="8915399" cy="3649717"/>
          </a:xfrm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Arshad Abdulmajeed Perampalli</a:t>
            </a: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Course: </a:t>
            </a:r>
            <a:r>
              <a:rPr lang="en-IN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(Artificial Intelligence &amp; Data Science)</a:t>
            </a: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 of Study: UG Final Year</a:t>
            </a: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College: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N.K Orchid College of Engineering &amp; Technology Solapur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ID: </a:t>
            </a: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perampalliarshad123@gmail.com </a:t>
            </a: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 No.: 8626080297</a:t>
            </a:r>
          </a:p>
        </p:txBody>
      </p:sp>
    </p:spTree>
    <p:extLst>
      <p:ext uri="{BB962C8B-B14F-4D97-AF65-F5344CB8AC3E}">
        <p14:creationId xmlns:p14="http://schemas.microsoft.com/office/powerpoint/2010/main" val="110510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72E76-06D8-47E9-EF7A-E1C6710F0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Contents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EDA72-7371-83BC-ADE2-F0DBBC3C7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sym typeface="Bookman Old Style"/>
              </a:rPr>
              <a:t>Lean Canvas</a:t>
            </a:r>
          </a:p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IN" sz="2000" b="1" dirty="0">
                <a:solidFill>
                  <a:schemeClr val="tx1"/>
                </a:solidFill>
                <a:latin typeface="Bookman Old Style" pitchFamily="18" charset="0"/>
                <a:sym typeface="Bookman Old Style"/>
              </a:rPr>
              <a:t>Concept Note</a:t>
            </a:r>
          </a:p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  <a:sym typeface="Bookman Old Style"/>
              </a:rPr>
              <a:t>Introduction</a:t>
            </a:r>
          </a:p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</a:rPr>
              <a:t>Workflow</a:t>
            </a:r>
          </a:p>
          <a:p>
            <a:pPr marL="45720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</a:rPr>
              <a:t>Result</a:t>
            </a:r>
          </a:p>
          <a:p>
            <a:pPr marL="457200" lvl="0" indent="-457200" algn="just">
              <a:lnSpc>
                <a:spcPct val="15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+mj-lt"/>
              <a:buAutoNum type="arabicPeriod"/>
            </a:pPr>
            <a:r>
              <a:rPr lang="en-US" sz="2000" b="1" dirty="0">
                <a:solidFill>
                  <a:schemeClr val="tx1"/>
                </a:solidFill>
                <a:latin typeface="Bookman Old Style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660935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A9BBC-A166-80FD-A27E-E279B6F72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00917"/>
            <a:ext cx="8911687" cy="128089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Bookman Old Style" pitchFamily="18" charset="0"/>
                <a:sym typeface="Bookman Old Style"/>
              </a:rPr>
              <a:t>Lean Canvas</a:t>
            </a:r>
            <a:br>
              <a:rPr lang="en-US" b="1" dirty="0">
                <a:solidFill>
                  <a:schemeClr val="tx1"/>
                </a:solidFill>
                <a:latin typeface="Bookman Old Style" pitchFamily="18" charset="0"/>
                <a:sym typeface="Bookman Old Style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CF0479-2D73-3874-98AB-0417DB18A9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097" y="1064173"/>
            <a:ext cx="9861331" cy="558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016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B992-9DEF-082B-2C61-242591F3D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306333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Bookman Old Style" pitchFamily="18" charset="0"/>
                <a:sym typeface="Bookman Old Style"/>
              </a:rPr>
              <a:t>Concept Note</a:t>
            </a:r>
            <a:br>
              <a:rPr lang="en-IN" b="1" dirty="0">
                <a:solidFill>
                  <a:schemeClr val="tx1"/>
                </a:solidFill>
                <a:latin typeface="Bookman Old Style" pitchFamily="18" charset="0"/>
                <a:sym typeface="Bookman Old Style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648A5D-848A-D56C-95D5-9A378031E1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731" y="1024758"/>
            <a:ext cx="4579883" cy="56046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513909-A385-6CBA-4D0F-6D4C75428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9627" y="1024758"/>
            <a:ext cx="4960738" cy="560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768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A364D-C638-4EAE-3D66-E5293B439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Bookman Old Style" pitchFamily="18" charset="0"/>
                <a:sym typeface="Bookman Old Style"/>
              </a:rPr>
              <a:t>Introduction</a:t>
            </a:r>
            <a:br>
              <a:rPr lang="en-US" b="1" dirty="0">
                <a:solidFill>
                  <a:schemeClr val="tx1"/>
                </a:solidFill>
                <a:latin typeface="Bookman Old Style" pitchFamily="18" charset="0"/>
                <a:sym typeface="Bookman Old Style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64041-03C4-D7C3-BD9C-E893B8CDD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1993" y="2133600"/>
            <a:ext cx="9352619" cy="377762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systems today face significant challenges such as long patient queues, manual appointment booking, and staff shortages at reception desks.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issues lead to delays, inefficiencies, and poor patient experiences, especially in high-volume hospitals and rural areas.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AI-powered virtual receptionist streamlines this process by enabling fast, automated appointment booking through WhatsApp and kiosks, significantly improving operational efficiency and enhancing the overall patient experience.</a:t>
            </a: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445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B6CC9-C533-CAE4-EDAA-CB0D2895C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Bookman Old Style" pitchFamily="18" charset="0"/>
              </a:rPr>
              <a:t>Workflow</a:t>
            </a:r>
            <a:br>
              <a:rPr lang="en-US" b="1" dirty="0">
                <a:solidFill>
                  <a:schemeClr val="tx1"/>
                </a:solidFill>
                <a:latin typeface="Bookman Old Style" pitchFamily="18" charset="0"/>
              </a:rPr>
            </a:b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D7C1326-818D-0A02-85FC-D8CE474D50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2027" y="1726324"/>
            <a:ext cx="8347841" cy="429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578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355D7-7B88-4468-C3BE-AA0E92770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Bookman Old Style" pitchFamily="18" charset="0"/>
              </a:rPr>
              <a:t>Result</a:t>
            </a:r>
            <a:br>
              <a:rPr lang="en-US" b="1" dirty="0">
                <a:solidFill>
                  <a:schemeClr val="tx1"/>
                </a:solidFill>
                <a:latin typeface="Bookman Old Style" pitchFamily="18" charset="0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218112-ACD3-9DF8-1C0A-1A722F9BBE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317" y="1363717"/>
            <a:ext cx="4808483" cy="51395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4D0D9E-77EA-0DBA-52CD-55829428AE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3834" y="1363717"/>
            <a:ext cx="3572343" cy="513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291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14C51-1ED3-CCA2-6DFB-0841107BD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Bookman Old Style" pitchFamily="18" charset="0"/>
              </a:rPr>
              <a:t>Result</a:t>
            </a:r>
            <a:br>
              <a:rPr lang="en-US" b="1" dirty="0">
                <a:solidFill>
                  <a:schemeClr val="tx1"/>
                </a:solidFill>
                <a:latin typeface="Bookman Old Style" pitchFamily="18" charset="0"/>
              </a:rPr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F54E58-B67F-F565-AFCB-D7C1E045A4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183" y="1999593"/>
            <a:ext cx="6209038" cy="445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380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13532-576E-8978-E59E-D53DBF3A8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Bookman Old Style" pitchFamily="18" charset="0"/>
              </a:rPr>
              <a:t>Conclusion</a:t>
            </a:r>
            <a:br>
              <a:rPr lang="en-US" b="1" dirty="0">
                <a:solidFill>
                  <a:schemeClr val="tx1"/>
                </a:solidFill>
                <a:latin typeface="Bookman Old Style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ACBF9-83BE-2FC9-2CCD-7413D404B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 scalable and efficient solution to modern healthcare challenges by automating appointment booking through AI.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reducing waiting times, minimizing manual work, and improving patient experience, it has the potential to transform how hospitals manage patient intake and operations.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solution transforms healthcare by eliminating queues, automating bookings, and delivering faster, smarter patient experiences.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  <a:r>
              <a:rPr 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Link: https://github.com/Arshad-5068/AI-Powered-Doctor-Appointment-Booking-/tree/main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2884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61EC-958C-C742-AF2D-B1F9F07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7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C29B10-FBD9-F9A2-734E-A83CFECAC5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00774" y="2133600"/>
            <a:ext cx="5692278" cy="377825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6388552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48</TotalTime>
  <Words>242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Bookman Old Style</vt:lpstr>
      <vt:lpstr>Century Gothic</vt:lpstr>
      <vt:lpstr>Times New Roman</vt:lpstr>
      <vt:lpstr>Wingdings</vt:lpstr>
      <vt:lpstr>Wingdings 3</vt:lpstr>
      <vt:lpstr>Wisp</vt:lpstr>
      <vt:lpstr>Project Title AI-Powered Doctor Appointment Booking &amp; Virtual Receptionist System</vt:lpstr>
      <vt:lpstr>Contents</vt:lpstr>
      <vt:lpstr>Lean Canvas </vt:lpstr>
      <vt:lpstr>Concept Note </vt:lpstr>
      <vt:lpstr>Introduction </vt:lpstr>
      <vt:lpstr>Workflow </vt:lpstr>
      <vt:lpstr>Result </vt:lpstr>
      <vt:lpstr>Result 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Ubada Perampalli</dc:creator>
  <cp:lastModifiedBy>Ubada Perampalli</cp:lastModifiedBy>
  <cp:revision>4</cp:revision>
  <dcterms:created xsi:type="dcterms:W3CDTF">2026-04-13T17:36:14Z</dcterms:created>
  <dcterms:modified xsi:type="dcterms:W3CDTF">2026-04-13T18:42:18Z</dcterms:modified>
</cp:coreProperties>
</file>